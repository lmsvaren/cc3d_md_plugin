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7"/>
    <p:restoredTop sz="94662"/>
  </p:normalViewPr>
  <p:slideViewPr>
    <p:cSldViewPr snapToGrid="0">
      <p:cViewPr>
        <p:scale>
          <a:sx n="120" d="100"/>
          <a:sy n="120" d="100"/>
        </p:scale>
        <p:origin x="-48" y="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2E8E6-1317-CACF-80A6-8CFCBCDE7C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F491AB-2D27-994B-C43D-ACA178DE1C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63A87-0E86-8ED6-A77A-D75A96507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9E2C4-21CD-FF46-B94F-4345B923ACAB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441572-5C57-56C1-3D71-F8A4FEB32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7A763-65B8-7321-BA14-8DF8B9C1F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BE48-5F3B-034A-BDA6-91A2F370C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563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A667E-0CF6-68D2-B594-B1E6CE0FDC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69887-533F-EDFA-A294-688FDC741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FD79BF-2EAD-AD4C-1FB0-7B12925CC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9E2C4-21CD-FF46-B94F-4345B923ACAB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4DD4F-62FD-B18C-7011-EDE9BE9FA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798FDC-48D5-116D-05AC-1417093F9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BE48-5F3B-034A-BDA6-91A2F370C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3597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AC1CF-C381-A83F-A11B-CF000B49E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936F56-C1BB-3B47-C007-81FF756287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27EE5-AB74-552A-1855-DEB01C429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9E2C4-21CD-FF46-B94F-4345B923ACAB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D8B159-D9C7-D46B-07CC-FE69C3934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95786-84DD-0359-FEFD-BC495E79E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BE48-5F3B-034A-BDA6-91A2F370C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6025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D40E9-3CB7-DFA9-A83B-B89B10C38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6FDFB-AF2C-3689-855D-4EB5E1B219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0EC085-C499-F596-F783-7587BDE217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9465D-DB4E-274B-5464-06569ADD2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9E2C4-21CD-FF46-B94F-4345B923ACAB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E9812A-539E-4D3D-1C3B-9DF000D5C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9B5577-17EE-B516-0F8A-A1760F539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BE48-5F3B-034A-BDA6-91A2F370C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6743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8C316-D852-B2A6-34DF-B8120FE1B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5A99D0-C08B-808F-83E3-05CA091AF4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18B56A-23B0-3E27-AB78-60D2271095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67EBD5-3644-6972-A9EB-B668B5A5A2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8C889A-B4A7-249C-C22A-EDD6834CDC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648339D-B22F-E10B-A15E-CBB984D5F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9E2C4-21CD-FF46-B94F-4345B923ACAB}" type="datetimeFigureOut">
              <a:rPr lang="en-US" smtClean="0"/>
              <a:t>9/29/26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9261DB-006C-EDC7-9BC1-E97DAAD9E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7EF46A-743C-7BA5-2617-905465C8E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BE48-5F3B-034A-BDA6-91A2F370C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208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86672-7BEE-F98D-3B08-0EFFF0741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5E8B9D-8EA8-893C-3730-0AF23E67C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9E2C4-21CD-FF46-B94F-4345B923ACAB}" type="datetimeFigureOut">
              <a:rPr lang="en-US" smtClean="0"/>
              <a:t>9/29/26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385694-FB5D-A4BF-20C4-128A9F80E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BEC468-9046-BEF6-E11C-3A1D6922D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BE48-5F3B-034A-BDA6-91A2F370C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748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F05627-EABD-C0EA-1697-94F9167DB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9E2C4-21CD-FF46-B94F-4345B923ACAB}" type="datetimeFigureOut">
              <a:rPr lang="en-US" smtClean="0"/>
              <a:t>9/29/26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204422-D823-EAF5-1739-1525795ED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95AC2-F3B3-5DD6-16AD-ADE1381DB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BE48-5F3B-034A-BDA6-91A2F370C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034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317DB-F7AC-239E-CAEF-DF3B0A241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CCC00-BF68-C3AD-7C9A-54B2AE7D5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DA685A-C65A-2E52-E27E-7A323EAD3B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9D1AC7-3803-D542-95D0-3BF199F62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9E2C4-21CD-FF46-B94F-4345B923ACAB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DEA77A-3BCD-D10C-B876-05DBACBC8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B77223-DC9A-DADA-E119-C91306A755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BE48-5F3B-034A-BDA6-91A2F370C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8494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B9B82-A56A-8D91-EA9F-DE0D6A614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8F70E1-BC3D-3516-264F-63DFB7DDB59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2946A4-C898-954B-1562-722B79CE7A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90D00C-B401-F05B-D4A1-1649D84FB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9E2C4-21CD-FF46-B94F-4345B923ACAB}" type="datetimeFigureOut">
              <a:rPr lang="en-US" smtClean="0"/>
              <a:t>9/29/26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05517C-FC15-97A9-FACE-55B2C9EA2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DE6DF0-93D2-9B53-F42F-9F9687359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BE48-5F3B-034A-BDA6-91A2F370C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704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C178A-BA69-120F-53D5-A7855962A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28A739-388E-D513-E37D-287894D0A0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994A6-0C59-AF1F-4D03-783D97F7B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9E2C4-21CD-FF46-B94F-4345B923ACAB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A7C44-F6BF-B6C1-72FD-847F85556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40BCC-0EF6-9B1F-10E2-0CAA4BA89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BE48-5F3B-034A-BDA6-91A2F370C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0654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A2AE72E-588E-18FB-209F-40E7B1F91D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CDA436-A6D0-57F3-FD94-45D6C9140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66ECCA-CD70-C343-E9C8-43EDBDA637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9E2C4-21CD-FF46-B94F-4345B923ACAB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4105F-B1ED-3440-62C9-DE306A52A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C1EBE-589D-AEA7-B6A5-88C26465E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2BE48-5F3B-034A-BDA6-91A2F370C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723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20D211-F975-5DC0-FBF0-16A020ABA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5E83BC-189C-0281-B90B-958410C6C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E7E634-02C9-2BB8-3E8C-065736EAA9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D9E2C4-21CD-FF46-B94F-4345B923ACAB}" type="datetimeFigureOut">
              <a:rPr lang="en-US" smtClean="0"/>
              <a:t>9/29/26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22EFA7-1A02-E949-4E97-727FC75F0D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55BB05-7129-9E0C-21F2-39DEE3832E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02BE48-5F3B-034A-BDA6-91A2F370C8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556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7337552-2863-2DA1-65D5-33E65C4AE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750" y="558800"/>
            <a:ext cx="5778500" cy="57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685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21745C-0972-494D-B9C1-170853A8E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900" y="558800"/>
            <a:ext cx="5664200" cy="5740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EE46A9-29FD-2025-5589-686431C186AE}"/>
              </a:ext>
            </a:extLst>
          </p:cNvPr>
          <p:cNvSpPr txBox="1"/>
          <p:nvPr/>
        </p:nvSpPr>
        <p:spPr>
          <a:xfrm>
            <a:off x="459774" y="2081970"/>
            <a:ext cx="2225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Every 10 spline point</a:t>
            </a:r>
          </a:p>
        </p:txBody>
      </p:sp>
    </p:spTree>
    <p:extLst>
      <p:ext uri="{BB962C8B-B14F-4D97-AF65-F5344CB8AC3E}">
        <p14:creationId xmlns:p14="http://schemas.microsoft.com/office/powerpoint/2010/main" val="3260204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13B9B-3A09-3139-8710-8830A96639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CC1311E-2B75-5579-E522-676C925C1A70}"/>
              </a:ext>
            </a:extLst>
          </p:cNvPr>
          <p:cNvSpPr txBox="1"/>
          <p:nvPr/>
        </p:nvSpPr>
        <p:spPr>
          <a:xfrm>
            <a:off x="459774" y="2081970"/>
            <a:ext cx="2225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Every 50 spline point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D215B67-7989-8157-138B-3CD9E8A8A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900" y="558800"/>
            <a:ext cx="5664200" cy="57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75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3179A-F666-D4CA-1780-E47143E26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C5A9B66-47D9-5C3E-76FC-81AC5D50FBF8}"/>
              </a:ext>
            </a:extLst>
          </p:cNvPr>
          <p:cNvSpPr txBox="1"/>
          <p:nvPr/>
        </p:nvSpPr>
        <p:spPr>
          <a:xfrm>
            <a:off x="459774" y="2081970"/>
            <a:ext cx="22254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Every 50 spline point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81B945-9CB3-90AA-411D-5C230D8DC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900" y="558800"/>
            <a:ext cx="5664200" cy="57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4847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95144C-D89C-12EA-2B73-FD0E7E6F0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6F75FEB-C64D-2283-EE3C-391613C1019E}"/>
              </a:ext>
            </a:extLst>
          </p:cNvPr>
          <p:cNvSpPr txBox="1"/>
          <p:nvPr/>
        </p:nvSpPr>
        <p:spPr>
          <a:xfrm>
            <a:off x="459774" y="2081970"/>
            <a:ext cx="22254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Every 50 spline point</a:t>
            </a:r>
          </a:p>
          <a:p>
            <a:r>
              <a:rPr lang="en-US" dirty="0" err="1"/>
              <a:t>targetVol</a:t>
            </a:r>
            <a:r>
              <a:rPr lang="en-US" dirty="0"/>
              <a:t> = 2000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4B393E-4494-A06A-CE7A-62892353A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900" y="558800"/>
            <a:ext cx="5664200" cy="574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323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2541</TotalTime>
  <Words>19</Words>
  <Application>Microsoft Macintosh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Levi Svaren</dc:creator>
  <cp:lastModifiedBy>Levi Svaren</cp:lastModifiedBy>
  <cp:revision>1</cp:revision>
  <dcterms:created xsi:type="dcterms:W3CDTF">2026-09-30T02:39:49Z</dcterms:created>
  <dcterms:modified xsi:type="dcterms:W3CDTF">2026-10-01T21:00:57Z</dcterms:modified>
</cp:coreProperties>
</file>